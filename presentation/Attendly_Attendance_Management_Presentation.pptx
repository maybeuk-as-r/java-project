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731520"/>
            <a:ext cx="2377440" cy="109728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051560"/>
            <a:ext cx="1554480" cy="109728"/>
          </a:xfrm>
          <a:prstGeom prst="rect">
            <a:avLst/>
          </a:prstGeom>
          <a:solidFill>
            <a:srgbClr val="57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1371600"/>
            <a:ext cx="2926080" cy="109728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7724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4191FF"/>
                </a:solidFill>
                <a:latin typeface="Aptos"/>
              </a:rPr>
              <a:t>ATTENDLY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978408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Smart Attendance
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89611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57DBE5"/>
                </a:solidFill>
                <a:latin typeface="Aptos"/>
              </a:rPr>
              <a:t>Java Swing  •  JDBC  •  MariaDB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97840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AEBED4"/>
                </a:solidFill>
                <a:latin typeface="Aptos"/>
              </a:rPr>
              <a:t>A desktop application to manage users, classes, attendance, and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Project Presentation  |  Design, data model, workflow, and benefits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01  |  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Why an attendance management system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Manual registers and scattered records take time, are difficult to search, and make reporting error-prone.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89504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19272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 desktop interface connected to a central MariaDB database keeps users, classes, enrolments, and attendance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12464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877056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06824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Staff can record attendance consistently, review history, and generate clear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02  |  Objectives &amp;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Designed around common classroom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Manage user accounts and roles.
Maintain records and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31720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View assigned classes.
Record and review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31720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Student records connect to classes and attendance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5303520" cy="150876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50791"/>
            <a:ext cx="493775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CORE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480560"/>
            <a:ext cx="4919472" cy="7772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Reduce repetitive work; keep consistent records; make attendance easier to audit.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349240" cy="150876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050791"/>
            <a:ext cx="49834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PROJECT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480560"/>
            <a:ext cx="4965192" cy="7772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Java Swing desktop UI, JDBC database access, class enrolments, attendance CRUD, and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03  | 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The application is organized into clear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6002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86000"/>
            <a:ext cx="3136392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At-a-glance counts and attendance chart.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16002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5623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3136392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Create, edit, activate/deactivate, and remove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520440" cy="16002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56232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86000"/>
            <a:ext cx="3136392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View classes and enrol students.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703320"/>
            <a:ext cx="3520440" cy="16002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3867911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4297680"/>
            <a:ext cx="3136392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Load enrolled students, set status, save, edit, or delete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3520440" cy="16002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67911"/>
            <a:ext cx="3154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97680"/>
            <a:ext cx="3136392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Summaries and visual comparisons for attendance.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04  |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From class setup to attendance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057400" cy="233172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4191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Set up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7830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Admin accounts and teacher/student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88036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148840"/>
            <a:ext cx="2057400" cy="233172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4191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907792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Create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3429000"/>
            <a:ext cx="17830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Assign a teacher to each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288036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148840"/>
            <a:ext cx="2057400" cy="233172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4191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907792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Enrol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429000"/>
            <a:ext cx="17830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Link students to the classes they attend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8036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2148840"/>
            <a:ext cx="2057400" cy="233172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4191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907792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Record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429000"/>
            <a:ext cx="17830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Choose class/date and mark present, absent, late, or excused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88036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148840"/>
            <a:ext cx="2057400" cy="233172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4191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07792"/>
            <a:ext cx="178308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Review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429000"/>
            <a:ext cx="17830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ED4"/>
                </a:solidFill>
                <a:latin typeface="Aptos"/>
              </a:rPr>
              <a:t>Use history and charts to understand 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05  |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Simple separation between user interface and stored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2608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JAVA SWING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23160"/>
            <a:ext cx="254203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Dashboard, user management, classes, attendance,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292608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1993392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JDBC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423160"/>
            <a:ext cx="254203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Executes SQL queries and updates through the MariaDB driver.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2926080" cy="18288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993392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MARIADB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423160"/>
            <a:ext cx="2542032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smart_attendance database with relational tables and constraints.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514600"/>
            <a:ext cx="502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14600"/>
            <a:ext cx="502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57DBE5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102412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AEBED4"/>
                </a:solidFill>
                <a:latin typeface="Aptos"/>
              </a:rPr>
              <a:t>Database constraints help preserve data integrity: unique emails, unique class codes, foreign keys, and one attendance record per student/class/date.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06  |  UML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Conceptual classes and their main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cla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07  |  Entity 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Actual relational data model for smart_attendance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08  |  Database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Four connected tables store the main system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Stores account details, role (admin/teacher/student), active flag, and creation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89504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19272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Stores class code/name and the teacher responsible for the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12464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877056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enrollments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06824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Join table linking a student to a class; class_id + student_id form the primary key.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00016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864608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294376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Stores date and status; unique(class_id, student_id, attendance_date) prevents duplicate daily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09  |  Attendance Rules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Consistent statuses make reports meaningful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74720" cy="196596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77440"/>
            <a:ext cx="3090672" cy="12344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Student attended the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196596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47672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77440"/>
            <a:ext cx="3090672" cy="12344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Student attended but arrived 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74720" cy="196596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947672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ABSENT / EXCUSED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377440"/>
            <a:ext cx="3090672" cy="12344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Absent is not attended. Excused is recorded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160520"/>
            <a:ext cx="9418320" cy="109728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4325112"/>
            <a:ext cx="90525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REPORTING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754880"/>
            <a:ext cx="9034272" cy="3657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The current report logic counts Present + Late as attended. Confirm institutional policy before using the output for official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10  |  Validation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05840" cy="54864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ED4"/>
                </a:solidFill>
                <a:latin typeface="Aptos"/>
              </a:rPr>
              <a:t>Checks that protect the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EBED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DATABASE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Unique email and class code; foreign keys between classes, users, enrolments, and attendance.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89504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DUPLICATE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19272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 student cannot have two attendance records for the same class on the same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12464"/>
            <a:ext cx="10835640" cy="804672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877056"/>
            <a:ext cx="10469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OPERATIONAL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06824"/>
            <a:ext cx="10451592" cy="731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Database credentials must be configured locally. User deletion may be blocked when related records exist; deactivate is safer.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0704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4191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87552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8755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AEBED4"/>
                </a:solidFill>
                <a:latin typeface="Aptos"/>
              </a:rPr>
              <a:t>Attendly brings class management, attendance recording, and reporting into one connected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09160"/>
            <a:ext cx="3200400" cy="9144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873752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BUILT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5303520"/>
            <a:ext cx="2816352" cy="1828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Java Swing + JDBC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709160"/>
            <a:ext cx="3200400" cy="9144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4873752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57DBE5"/>
                </a:solidFill>
                <a:latin typeface="Aptos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5303520"/>
            <a:ext cx="2816352" cy="1828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MariaDB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709160"/>
            <a:ext cx="3200400" cy="914400"/>
          </a:xfrm>
          <a:prstGeom prst="roundRect">
            <a:avLst/>
          </a:prstGeom>
          <a:solidFill>
            <a:srgbClr val="17243B"/>
          </a:solidFill>
          <a:ln>
            <a:solidFill>
              <a:srgbClr val="31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4873752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191FF"/>
                </a:solidFill>
                <a:latin typeface="Aptos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5303520"/>
            <a:ext cx="2816352" cy="1828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Reliable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